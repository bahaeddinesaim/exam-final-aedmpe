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3" r:id="rId2"/>
    <p:sldId id="290" r:id="rId3"/>
    <p:sldId id="315" r:id="rId4"/>
    <p:sldId id="316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5CF660-AB70-4805-9C76-9D0DF7C8B544}" v="29" dt="2026-06-11T13:34:43.6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Style à thème 1 - Accentuation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Style léger 2 - Accentuation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Style moyen 4 - Accentuatio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6D9F66E-5EB9-4882-86FB-DCBF35E3C3E4}" styleName="Style moyen 4 - Accentuation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D083AE6-46FA-4A59-8FB0-9F97EB10719F}" styleName="Style léger 3 - Accentuation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Style léger 1 - Accentuation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2838BEF-8BB2-4498-84A7-C5851F593DF1}" styleName="Style moyen 4 - Accentuation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8FD4443E-F989-4FC4-A0C8-D5A2AF1F390B}" styleName="Style foncé 1 - Accentuation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269D01E-BC32-4049-B463-5C60D7B0CCD2}" styleName="Style à thème 2 - Accentuation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72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RTY Omar" userId="c937abad-3e6c-4b92-901d-12e6bafb92ef" providerId="ADAL" clId="{35C0175B-9910-4092-8305-0CE203F539E3}"/>
    <pc:docChg chg="undo custSel addSld delSld modSld sldOrd">
      <pc:chgData name="CORTY Omar" userId="c937abad-3e6c-4b92-901d-12e6bafb92ef" providerId="ADAL" clId="{35C0175B-9910-4092-8305-0CE203F539E3}" dt="2026-06-12T08:23:29.459" v="12786" actId="20577"/>
      <pc:docMkLst>
        <pc:docMk/>
      </pc:docMkLst>
      <pc:sldChg chg="addSp modSp mod">
        <pc:chgData name="CORTY Omar" userId="c937abad-3e6c-4b92-901d-12e6bafb92ef" providerId="ADAL" clId="{35C0175B-9910-4092-8305-0CE203F539E3}" dt="2026-06-11T13:11:54.475" v="10360" actId="20577"/>
        <pc:sldMkLst>
          <pc:docMk/>
          <pc:sldMk cId="3791387675" sldId="263"/>
        </pc:sldMkLst>
        <pc:spChg chg="mod">
          <ac:chgData name="CORTY Omar" userId="c937abad-3e6c-4b92-901d-12e6bafb92ef" providerId="ADAL" clId="{35C0175B-9910-4092-8305-0CE203F539E3}" dt="2026-06-11T13:11:54.475" v="10360" actId="20577"/>
          <ac:spMkLst>
            <pc:docMk/>
            <pc:sldMk cId="3791387675" sldId="263"/>
            <ac:spMk id="5" creationId="{40BA3CDC-A035-88F0-6DF5-830139289770}"/>
          </ac:spMkLst>
        </pc:spChg>
        <pc:spChg chg="mod">
          <ac:chgData name="CORTY Omar" userId="c937abad-3e6c-4b92-901d-12e6bafb92ef" providerId="ADAL" clId="{35C0175B-9910-4092-8305-0CE203F539E3}" dt="2026-06-11T13:07:09.695" v="10256" actId="20577"/>
          <ac:spMkLst>
            <pc:docMk/>
            <pc:sldMk cId="3791387675" sldId="263"/>
            <ac:spMk id="9" creationId="{10E7200A-89C6-FECE-F992-14FF8B647F95}"/>
          </ac:spMkLst>
        </pc:spChg>
      </pc:sldChg>
      <pc:sldChg chg="addSp delSp modSp mod">
        <pc:chgData name="CORTY Omar" userId="c937abad-3e6c-4b92-901d-12e6bafb92ef" providerId="ADAL" clId="{35C0175B-9910-4092-8305-0CE203F539E3}" dt="2026-06-12T08:23:29.459" v="12786" actId="20577"/>
        <pc:sldMkLst>
          <pc:docMk/>
          <pc:sldMk cId="614284697" sldId="290"/>
        </pc:sldMkLst>
        <pc:spChg chg="mod">
          <ac:chgData name="CORTY Omar" userId="c937abad-3e6c-4b92-901d-12e6bafb92ef" providerId="ADAL" clId="{35C0175B-9910-4092-8305-0CE203F539E3}" dt="2026-06-11T13:22:07.160" v="10774" actId="20577"/>
          <ac:spMkLst>
            <pc:docMk/>
            <pc:sldMk cId="614284697" sldId="290"/>
            <ac:spMk id="8" creationId="{263EAF7E-7639-7763-447E-8667EB9D236E}"/>
          </ac:spMkLst>
        </pc:spChg>
        <pc:spChg chg="mod">
          <ac:chgData name="CORTY Omar" userId="c937abad-3e6c-4b92-901d-12e6bafb92ef" providerId="ADAL" clId="{35C0175B-9910-4092-8305-0CE203F539E3}" dt="2026-06-11T13:34:35.386" v="11317" actId="1076"/>
          <ac:spMkLst>
            <pc:docMk/>
            <pc:sldMk cId="614284697" sldId="290"/>
            <ac:spMk id="10" creationId="{31449A2C-4624-7A25-F443-3C0F4BA020E6}"/>
          </ac:spMkLst>
        </pc:spChg>
        <pc:spChg chg="add del mod">
          <ac:chgData name="CORTY Omar" userId="c937abad-3e6c-4b92-901d-12e6bafb92ef" providerId="ADAL" clId="{35C0175B-9910-4092-8305-0CE203F539E3}" dt="2026-06-04T12:55:47.656" v="9616" actId="47"/>
          <ac:spMkLst>
            <pc:docMk/>
            <pc:sldMk cId="614284697" sldId="290"/>
            <ac:spMk id="11" creationId="{464FDB9E-D921-9235-204A-60D6F8C3554B}"/>
          </ac:spMkLst>
        </pc:spChg>
        <pc:graphicFrameChg chg="add mod modGraphic">
          <ac:chgData name="CORTY Omar" userId="c937abad-3e6c-4b92-901d-12e6bafb92ef" providerId="ADAL" clId="{35C0175B-9910-4092-8305-0CE203F539E3}" dt="2026-06-12T08:23:13.321" v="12783" actId="1076"/>
          <ac:graphicFrameMkLst>
            <pc:docMk/>
            <pc:sldMk cId="614284697" sldId="290"/>
            <ac:graphicFrameMk id="2" creationId="{593025FD-18E1-655E-6EE8-597076C455FD}"/>
          </ac:graphicFrameMkLst>
        </pc:graphicFrameChg>
        <pc:graphicFrameChg chg="add mod modGraphic">
          <ac:chgData name="CORTY Omar" userId="c937abad-3e6c-4b92-901d-12e6bafb92ef" providerId="ADAL" clId="{35C0175B-9910-4092-8305-0CE203F539E3}" dt="2026-06-11T13:13:54.094" v="10401" actId="20577"/>
          <ac:graphicFrameMkLst>
            <pc:docMk/>
            <pc:sldMk cId="614284697" sldId="290"/>
            <ac:graphicFrameMk id="4" creationId="{8B4CA9A0-4617-0481-5384-0BECC898D5CF}"/>
          </ac:graphicFrameMkLst>
        </pc:graphicFrameChg>
        <pc:graphicFrameChg chg="add mod modGraphic">
          <ac:chgData name="CORTY Omar" userId="c937abad-3e6c-4b92-901d-12e6bafb92ef" providerId="ADAL" clId="{35C0175B-9910-4092-8305-0CE203F539E3}" dt="2026-06-12T08:14:43.098" v="12754" actId="20577"/>
          <ac:graphicFrameMkLst>
            <pc:docMk/>
            <pc:sldMk cId="614284697" sldId="290"/>
            <ac:graphicFrameMk id="5" creationId="{A2D592DD-F9AC-95F0-F71B-F594A7C9ACD2}"/>
          </ac:graphicFrameMkLst>
        </pc:graphicFrameChg>
        <pc:graphicFrameChg chg="add mod modGraphic">
          <ac:chgData name="CORTY Omar" userId="c937abad-3e6c-4b92-901d-12e6bafb92ef" providerId="ADAL" clId="{35C0175B-9910-4092-8305-0CE203F539E3}" dt="2026-06-12T08:23:29.459" v="12786" actId="20577"/>
          <ac:graphicFrameMkLst>
            <pc:docMk/>
            <pc:sldMk cId="614284697" sldId="290"/>
            <ac:graphicFrameMk id="7" creationId="{77478B55-4035-AC74-E961-3E14D287D3C8}"/>
          </ac:graphicFrameMkLst>
        </pc:graphicFrameChg>
        <pc:graphicFrameChg chg="add del mod modGraphic">
          <ac:chgData name="CORTY Omar" userId="c937abad-3e6c-4b92-901d-12e6bafb92ef" providerId="ADAL" clId="{35C0175B-9910-4092-8305-0CE203F539E3}" dt="2026-06-11T13:09:18.688" v="10296" actId="478"/>
          <ac:graphicFrameMkLst>
            <pc:docMk/>
            <pc:sldMk cId="614284697" sldId="290"/>
            <ac:graphicFrameMk id="13" creationId="{5F79B36B-2CD4-FEE1-EE93-BF5867208EE0}"/>
          </ac:graphicFrameMkLst>
        </pc:graphicFrameChg>
        <pc:cxnChg chg="add mod">
          <ac:chgData name="CORTY Omar" userId="c937abad-3e6c-4b92-901d-12e6bafb92ef" providerId="ADAL" clId="{35C0175B-9910-4092-8305-0CE203F539E3}" dt="2026-06-11T13:11:38.300" v="10316" actId="14100"/>
          <ac:cxnSpMkLst>
            <pc:docMk/>
            <pc:sldMk cId="614284697" sldId="290"/>
            <ac:cxnSpMk id="15" creationId="{779CB384-164D-D1E2-98FE-47E20DD154BA}"/>
          </ac:cxnSpMkLst>
        </pc:cxnChg>
      </pc:sldChg>
      <pc:sldChg chg="addSp delSp modSp add mod">
        <pc:chgData name="CORTY Omar" userId="c937abad-3e6c-4b92-901d-12e6bafb92ef" providerId="ADAL" clId="{35C0175B-9910-4092-8305-0CE203F539E3}" dt="2026-06-12T07:44:58.729" v="11835" actId="115"/>
        <pc:sldMkLst>
          <pc:docMk/>
          <pc:sldMk cId="3326608616" sldId="315"/>
        </pc:sldMkLst>
        <pc:spChg chg="mod">
          <ac:chgData name="CORTY Omar" userId="c937abad-3e6c-4b92-901d-12e6bafb92ef" providerId="ADAL" clId="{35C0175B-9910-4092-8305-0CE203F539E3}" dt="2026-06-11T13:22:10.592" v="10778" actId="20577"/>
          <ac:spMkLst>
            <pc:docMk/>
            <pc:sldMk cId="3326608616" sldId="315"/>
            <ac:spMk id="8" creationId="{F417DD69-0C44-D6F0-A585-74989F462654}"/>
          </ac:spMkLst>
        </pc:spChg>
        <pc:spChg chg="del mod">
          <ac:chgData name="CORTY Omar" userId="c937abad-3e6c-4b92-901d-12e6bafb92ef" providerId="ADAL" clId="{35C0175B-9910-4092-8305-0CE203F539E3}" dt="2026-06-11T13:34:39.827" v="11318" actId="478"/>
          <ac:spMkLst>
            <pc:docMk/>
            <pc:sldMk cId="3326608616" sldId="315"/>
            <ac:spMk id="10" creationId="{516FB851-AA68-6471-03D7-5E0C14AF5B20}"/>
          </ac:spMkLst>
        </pc:spChg>
        <pc:spChg chg="mod">
          <ac:chgData name="CORTY Omar" userId="c937abad-3e6c-4b92-901d-12e6bafb92ef" providerId="ADAL" clId="{35C0175B-9910-4092-8305-0CE203F539E3}" dt="2026-06-04T13:31:26.652" v="10097" actId="20577"/>
          <ac:spMkLst>
            <pc:docMk/>
            <pc:sldMk cId="3326608616" sldId="315"/>
            <ac:spMk id="14" creationId="{3027A76A-FFDB-CEE5-FC42-E32DDDF619FB}"/>
          </ac:spMkLst>
        </pc:spChg>
        <pc:spChg chg="add mod">
          <ac:chgData name="CORTY Omar" userId="c937abad-3e6c-4b92-901d-12e6bafb92ef" providerId="ADAL" clId="{35C0175B-9910-4092-8305-0CE203F539E3}" dt="2026-06-11T13:34:40.186" v="11319"/>
          <ac:spMkLst>
            <pc:docMk/>
            <pc:sldMk cId="3326608616" sldId="315"/>
            <ac:spMk id="15" creationId="{D59B8D4E-292E-0CAB-CD56-1CA653253E72}"/>
          </ac:spMkLst>
        </pc:spChg>
        <pc:graphicFrameChg chg="add del mod modGraphic">
          <ac:chgData name="CORTY Omar" userId="c937abad-3e6c-4b92-901d-12e6bafb92ef" providerId="ADAL" clId="{35C0175B-9910-4092-8305-0CE203F539E3}" dt="2026-06-11T13:16:18.840" v="10536" actId="478"/>
          <ac:graphicFrameMkLst>
            <pc:docMk/>
            <pc:sldMk cId="3326608616" sldId="315"/>
            <ac:graphicFrameMk id="2" creationId="{DC319DDF-75ED-BA74-CAD5-B184075BCCB9}"/>
          </ac:graphicFrameMkLst>
        </pc:graphicFrameChg>
        <pc:graphicFrameChg chg="add del mod modGraphic">
          <ac:chgData name="CORTY Omar" userId="c937abad-3e6c-4b92-901d-12e6bafb92ef" providerId="ADAL" clId="{35C0175B-9910-4092-8305-0CE203F539E3}" dt="2026-06-11T13:18:47.718" v="10692" actId="478"/>
          <ac:graphicFrameMkLst>
            <pc:docMk/>
            <pc:sldMk cId="3326608616" sldId="315"/>
            <ac:graphicFrameMk id="3" creationId="{E3EAEF4B-6089-F198-7D72-3AE8139D911A}"/>
          </ac:graphicFrameMkLst>
        </pc:graphicFrameChg>
        <pc:graphicFrameChg chg="add del mod modGraphic">
          <ac:chgData name="CORTY Omar" userId="c937abad-3e6c-4b92-901d-12e6bafb92ef" providerId="ADAL" clId="{35C0175B-9910-4092-8305-0CE203F539E3}" dt="2026-06-11T13:19:59.506" v="10712" actId="478"/>
          <ac:graphicFrameMkLst>
            <pc:docMk/>
            <pc:sldMk cId="3326608616" sldId="315"/>
            <ac:graphicFrameMk id="4" creationId="{DA9CC82A-A7D5-9190-EB60-D3F35A56D9F7}"/>
          </ac:graphicFrameMkLst>
        </pc:graphicFrameChg>
        <pc:graphicFrameChg chg="add mod modGraphic">
          <ac:chgData name="CORTY Omar" userId="c937abad-3e6c-4b92-901d-12e6bafb92ef" providerId="ADAL" clId="{35C0175B-9910-4092-8305-0CE203F539E3}" dt="2026-06-12T07:44:58.729" v="11835" actId="115"/>
          <ac:graphicFrameMkLst>
            <pc:docMk/>
            <pc:sldMk cId="3326608616" sldId="315"/>
            <ac:graphicFrameMk id="6" creationId="{42B3258B-F137-20A3-3BE9-389C840583EC}"/>
          </ac:graphicFrameMkLst>
        </pc:graphicFrameChg>
        <pc:graphicFrameChg chg="add mod modGraphic">
          <ac:chgData name="CORTY Omar" userId="c937abad-3e6c-4b92-901d-12e6bafb92ef" providerId="ADAL" clId="{35C0175B-9910-4092-8305-0CE203F539E3}" dt="2026-06-12T07:40:23.983" v="11569" actId="1076"/>
          <ac:graphicFrameMkLst>
            <pc:docMk/>
            <pc:sldMk cId="3326608616" sldId="315"/>
            <ac:graphicFrameMk id="7" creationId="{F375DC2B-89D4-FEDD-E007-43E8821660FB}"/>
          </ac:graphicFrameMkLst>
        </pc:graphicFrameChg>
        <pc:graphicFrameChg chg="add mod modGraphic">
          <ac:chgData name="CORTY Omar" userId="c937abad-3e6c-4b92-901d-12e6bafb92ef" providerId="ADAL" clId="{35C0175B-9910-4092-8305-0CE203F539E3}" dt="2026-06-12T07:44:51.519" v="11834" actId="113"/>
          <ac:graphicFrameMkLst>
            <pc:docMk/>
            <pc:sldMk cId="3326608616" sldId="315"/>
            <ac:graphicFrameMk id="12" creationId="{D95A5881-4821-C02F-F703-F51759B3C17B}"/>
          </ac:graphicFrameMkLst>
        </pc:graphicFrameChg>
        <pc:cxnChg chg="add mod">
          <ac:chgData name="CORTY Omar" userId="c937abad-3e6c-4b92-901d-12e6bafb92ef" providerId="ADAL" clId="{35C0175B-9910-4092-8305-0CE203F539E3}" dt="2026-06-11T13:26:40.260" v="11056" actId="14100"/>
          <ac:cxnSpMkLst>
            <pc:docMk/>
            <pc:sldMk cId="3326608616" sldId="315"/>
            <ac:cxnSpMk id="5" creationId="{115C6870-8729-79A6-0FF4-5071D2478E45}"/>
          </ac:cxnSpMkLst>
        </pc:cxnChg>
      </pc:sldChg>
      <pc:sldChg chg="addSp delSp modSp add mod">
        <pc:chgData name="CORTY Omar" userId="c937abad-3e6c-4b92-901d-12e6bafb92ef" providerId="ADAL" clId="{35C0175B-9910-4092-8305-0CE203F539E3}" dt="2026-06-12T08:12:38.235" v="12578" actId="1076"/>
        <pc:sldMkLst>
          <pc:docMk/>
          <pc:sldMk cId="1989391716" sldId="316"/>
        </pc:sldMkLst>
        <pc:spChg chg="mod">
          <ac:chgData name="CORTY Omar" userId="c937abad-3e6c-4b92-901d-12e6bafb92ef" providerId="ADAL" clId="{35C0175B-9910-4092-8305-0CE203F539E3}" dt="2026-06-11T13:26:50.780" v="11060" actId="20577"/>
          <ac:spMkLst>
            <pc:docMk/>
            <pc:sldMk cId="1989391716" sldId="316"/>
            <ac:spMk id="8" creationId="{9ED44E92-A1E8-5C83-F1C2-BCAB68D48D27}"/>
          </ac:spMkLst>
        </pc:spChg>
        <pc:spChg chg="del mod">
          <ac:chgData name="CORTY Omar" userId="c937abad-3e6c-4b92-901d-12e6bafb92ef" providerId="ADAL" clId="{35C0175B-9910-4092-8305-0CE203F539E3}" dt="2026-06-11T13:34:43.371" v="11320" actId="478"/>
          <ac:spMkLst>
            <pc:docMk/>
            <pc:sldMk cId="1989391716" sldId="316"/>
            <ac:spMk id="10" creationId="{7432E141-601A-E8B3-C628-64FDC1CF520D}"/>
          </ac:spMkLst>
        </pc:spChg>
        <pc:spChg chg="mod">
          <ac:chgData name="CORTY Omar" userId="c937abad-3e6c-4b92-901d-12e6bafb92ef" providerId="ADAL" clId="{35C0175B-9910-4092-8305-0CE203F539E3}" dt="2026-06-04T13:31:32.135" v="10099" actId="20577"/>
          <ac:spMkLst>
            <pc:docMk/>
            <pc:sldMk cId="1989391716" sldId="316"/>
            <ac:spMk id="14" creationId="{65E3E9DB-2AE2-8D06-A996-7DE66AF2CC73}"/>
          </ac:spMkLst>
        </pc:spChg>
        <pc:spChg chg="add mod">
          <ac:chgData name="CORTY Omar" userId="c937abad-3e6c-4b92-901d-12e6bafb92ef" providerId="ADAL" clId="{35C0175B-9910-4092-8305-0CE203F539E3}" dt="2026-06-11T13:34:43.675" v="11321"/>
          <ac:spMkLst>
            <pc:docMk/>
            <pc:sldMk cId="1989391716" sldId="316"/>
            <ac:spMk id="19" creationId="{3AAE6CA4-5CD9-E351-52BA-0336CB37FA98}"/>
          </ac:spMkLst>
        </pc:spChg>
        <pc:graphicFrameChg chg="add mod modGraphic">
          <ac:chgData name="CORTY Omar" userId="c937abad-3e6c-4b92-901d-12e6bafb92ef" providerId="ADAL" clId="{35C0175B-9910-4092-8305-0CE203F539E3}" dt="2026-06-12T07:47:49.377" v="12041" actId="113"/>
          <ac:graphicFrameMkLst>
            <pc:docMk/>
            <pc:sldMk cId="1989391716" sldId="316"/>
            <ac:graphicFrameMk id="2" creationId="{853244CB-6526-7C7D-CBF3-C1215A0E1C67}"/>
          </ac:graphicFrameMkLst>
        </pc:graphicFrameChg>
        <pc:graphicFrameChg chg="add mod modGraphic">
          <ac:chgData name="CORTY Omar" userId="c937abad-3e6c-4b92-901d-12e6bafb92ef" providerId="ADAL" clId="{35C0175B-9910-4092-8305-0CE203F539E3}" dt="2026-06-12T08:11:49.590" v="12463" actId="20577"/>
          <ac:graphicFrameMkLst>
            <pc:docMk/>
            <pc:sldMk cId="1989391716" sldId="316"/>
            <ac:graphicFrameMk id="3" creationId="{9FB523D3-4275-93D1-EB06-FF821B54C924}"/>
          </ac:graphicFrameMkLst>
        </pc:graphicFrameChg>
        <pc:graphicFrameChg chg="add mod modGraphic">
          <ac:chgData name="CORTY Omar" userId="c937abad-3e6c-4b92-901d-12e6bafb92ef" providerId="ADAL" clId="{35C0175B-9910-4092-8305-0CE203F539E3}" dt="2026-06-12T08:12:38.235" v="12578" actId="1076"/>
          <ac:graphicFrameMkLst>
            <pc:docMk/>
            <pc:sldMk cId="1989391716" sldId="316"/>
            <ac:graphicFrameMk id="6" creationId="{2CA9518E-DC86-E781-E6F2-3C4FE994C5B6}"/>
          </ac:graphicFrameMkLst>
        </pc:graphicFrameChg>
        <pc:graphicFrameChg chg="add del mod modGraphic">
          <ac:chgData name="CORTY Omar" userId="c937abad-3e6c-4b92-901d-12e6bafb92ef" providerId="ADAL" clId="{35C0175B-9910-4092-8305-0CE203F539E3}" dt="2026-06-11T13:22:25.172" v="10779" actId="478"/>
          <ac:graphicFrameMkLst>
            <pc:docMk/>
            <pc:sldMk cId="1989391716" sldId="316"/>
            <ac:graphicFrameMk id="7" creationId="{66750146-8666-03B9-3CB7-A28C3C9310B9}"/>
          </ac:graphicFrameMkLst>
        </pc:graphicFrameChg>
        <pc:graphicFrameChg chg="add del mod modGraphic">
          <ac:chgData name="CORTY Omar" userId="c937abad-3e6c-4b92-901d-12e6bafb92ef" providerId="ADAL" clId="{35C0175B-9910-4092-8305-0CE203F539E3}" dt="2026-06-11T13:22:29.032" v="10780" actId="478"/>
          <ac:graphicFrameMkLst>
            <pc:docMk/>
            <pc:sldMk cId="1989391716" sldId="316"/>
            <ac:graphicFrameMk id="12" creationId="{6D38A5C1-2CF1-58BF-D4F5-ED20C31E459A}"/>
          </ac:graphicFrameMkLst>
        </pc:graphicFrameChg>
        <pc:graphicFrameChg chg="add del mod modGraphic">
          <ac:chgData name="CORTY Omar" userId="c937abad-3e6c-4b92-901d-12e6bafb92ef" providerId="ADAL" clId="{35C0175B-9910-4092-8305-0CE203F539E3}" dt="2026-06-11T13:25:16.584" v="11022" actId="478"/>
          <ac:graphicFrameMkLst>
            <pc:docMk/>
            <pc:sldMk cId="1989391716" sldId="316"/>
            <ac:graphicFrameMk id="13" creationId="{8F478787-DC03-2A06-186C-471AECC2CF7C}"/>
          </ac:graphicFrameMkLst>
        </pc:graphicFrameChg>
        <pc:graphicFrameChg chg="add del mod modGraphic">
          <ac:chgData name="CORTY Omar" userId="c937abad-3e6c-4b92-901d-12e6bafb92ef" providerId="ADAL" clId="{35C0175B-9910-4092-8305-0CE203F539E3}" dt="2026-06-11T13:25:18.701" v="11023" actId="478"/>
          <ac:graphicFrameMkLst>
            <pc:docMk/>
            <pc:sldMk cId="1989391716" sldId="316"/>
            <ac:graphicFrameMk id="15" creationId="{99C29E6B-B1C4-B149-F807-04A842482497}"/>
          </ac:graphicFrameMkLst>
        </pc:graphicFrameChg>
        <pc:cxnChg chg="mod">
          <ac:chgData name="CORTY Omar" userId="c937abad-3e6c-4b92-901d-12e6bafb92ef" providerId="ADAL" clId="{35C0175B-9910-4092-8305-0CE203F539E3}" dt="2026-06-11T13:33:44.429" v="11264" actId="14100"/>
          <ac:cxnSpMkLst>
            <pc:docMk/>
            <pc:sldMk cId="1989391716" sldId="316"/>
            <ac:cxnSpMk id="5" creationId="{45366552-5460-D845-5F3D-44D46339FE73}"/>
          </ac:cxnSpMkLst>
        </pc:cxnChg>
        <pc:cxnChg chg="add mod">
          <ac:chgData name="CORTY Omar" userId="c937abad-3e6c-4b92-901d-12e6bafb92ef" providerId="ADAL" clId="{35C0175B-9910-4092-8305-0CE203F539E3}" dt="2026-06-11T13:33:54.588" v="11267" actId="14100"/>
          <ac:cxnSpMkLst>
            <pc:docMk/>
            <pc:sldMk cId="1989391716" sldId="316"/>
            <ac:cxnSpMk id="16" creationId="{CEA883FE-4402-359F-832E-D9A60136470D}"/>
          </ac:cxnSpMkLst>
        </pc:cxnChg>
      </pc:sldChg>
      <pc:sldChg chg="addSp delSp modSp add del mod">
        <pc:chgData name="CORTY Omar" userId="c937abad-3e6c-4b92-901d-12e6bafb92ef" providerId="ADAL" clId="{35C0175B-9910-4092-8305-0CE203F539E3}" dt="2026-06-11T13:33:58.706" v="11268" actId="47"/>
        <pc:sldMkLst>
          <pc:docMk/>
          <pc:sldMk cId="140937596" sldId="317"/>
        </pc:sldMkLst>
        <pc:graphicFrameChg chg="del">
          <ac:chgData name="CORTY Omar" userId="c937abad-3e6c-4b92-901d-12e6bafb92ef" providerId="ADAL" clId="{35C0175B-9910-4092-8305-0CE203F539E3}" dt="2026-06-11T13:29:54.117" v="11119" actId="478"/>
          <ac:graphicFrameMkLst>
            <pc:docMk/>
            <pc:sldMk cId="140937596" sldId="317"/>
            <ac:graphicFrameMk id="2" creationId="{4526D48A-1162-DAA6-DA0D-BC5A9BBE877C}"/>
          </ac:graphicFrameMkLst>
        </pc:graphicFrameChg>
        <pc:graphicFrameChg chg="del">
          <ac:chgData name="CORTY Omar" userId="c937abad-3e6c-4b92-901d-12e6bafb92ef" providerId="ADAL" clId="{35C0175B-9910-4092-8305-0CE203F539E3}" dt="2026-06-11T13:29:57.939" v="11121" actId="478"/>
          <ac:graphicFrameMkLst>
            <pc:docMk/>
            <pc:sldMk cId="140937596" sldId="317"/>
            <ac:graphicFrameMk id="3" creationId="{FC25124E-07E5-8D25-D3F7-5C37E501BBF4}"/>
          </ac:graphicFrameMkLst>
        </pc:graphicFrameChg>
        <pc:graphicFrameChg chg="add del mod modGraphic">
          <ac:chgData name="CORTY Omar" userId="c937abad-3e6c-4b92-901d-12e6bafb92ef" providerId="ADAL" clId="{35C0175B-9910-4092-8305-0CE203F539E3}" dt="2026-06-11T13:32:10.582" v="11144" actId="478"/>
          <ac:graphicFrameMkLst>
            <pc:docMk/>
            <pc:sldMk cId="140937596" sldId="317"/>
            <ac:graphicFrameMk id="4" creationId="{16392C0A-9FB6-8A1C-778E-22450EA4FD90}"/>
          </ac:graphicFrameMkLst>
        </pc:graphicFrameChg>
        <pc:graphicFrameChg chg="add del mod modGraphic">
          <ac:chgData name="CORTY Omar" userId="c937abad-3e6c-4b92-901d-12e6bafb92ef" providerId="ADAL" clId="{35C0175B-9910-4092-8305-0CE203F539E3}" dt="2026-06-11T13:32:51.228" v="11179" actId="21"/>
          <ac:graphicFrameMkLst>
            <pc:docMk/>
            <pc:sldMk cId="140937596" sldId="317"/>
            <ac:graphicFrameMk id="6" creationId="{2CA9518E-DC86-E781-E6F2-3C4FE994C5B6}"/>
          </ac:graphicFrameMkLst>
        </pc:graphicFrameChg>
        <pc:cxnChg chg="del">
          <ac:chgData name="CORTY Omar" userId="c937abad-3e6c-4b92-901d-12e6bafb92ef" providerId="ADAL" clId="{35C0175B-9910-4092-8305-0CE203F539E3}" dt="2026-06-11T13:29:55.933" v="11120" actId="478"/>
          <ac:cxnSpMkLst>
            <pc:docMk/>
            <pc:sldMk cId="140937596" sldId="317"/>
            <ac:cxnSpMk id="5" creationId="{5158D3B7-8B2D-D7E4-4031-6F8EC4BD5E4C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3A6FCE-B2C3-42FF-8DAE-8894F377301F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563BAD-3805-4B53-8F3B-5AFB5556793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2894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63BAD-3805-4B53-8F3B-5AFB5556793B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66993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C3F2C-130F-B6CE-95F3-E122F5D3F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B3FF3DC-A828-347D-AA2A-1B39DEF334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04EE985-88D5-11F8-FCD9-39D52EA7D8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AF8561C-5905-A2C1-38A1-433F334D0B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63BAD-3805-4B53-8F3B-5AFB5556793B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3549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663CA-AC91-EAD8-F2FA-C810587FA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4533C19-A817-42C4-7DB9-172D1F048D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BA901B8-A352-6FFA-0ACA-5AED89A5CF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F12708F-B2F5-421C-2F7F-532E2D293A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63BAD-3805-4B53-8F3B-5AFB5556793B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96795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19B12-CA27-CFD0-6011-DCB415689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6DC611F-D2BE-14DF-9C24-87AF757448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CBA234F-E6E7-AF17-8AFD-48D714F978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95DB4BD-9FD5-4BB1-973B-06AD0F6160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63BAD-3805-4B53-8F3B-5AFB5556793B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2131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FF6604-04F2-DA4D-9C77-6997402480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A005609-4B90-F53A-9716-B4B181125B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6014F00-0939-FD1E-EAE4-F921C7EC8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F7D36-4C96-4C61-8D7E-42196948DD22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29F044-3921-CD57-7190-B36B08CF5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FDD80AD-F4B5-BC60-CF53-7DE503C0A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9D3AF-C160-4ADD-BB60-E089558B78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6615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07741E-549F-21B0-A8F1-0D75F6AC3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6531BFC-096D-222F-16D8-CAD74BE09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8554D4F-9539-5ACF-70B8-483908795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F7D36-4C96-4C61-8D7E-42196948DD22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26FE174-FC74-51BB-088C-76EFD4856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1CF15B-FCFF-3B5D-28E5-6985000A0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9D3AF-C160-4ADD-BB60-E089558B78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5693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E24119-97AC-F591-F4A1-A42884DA4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AE7AF4C-6C7D-6F33-F246-7E5D00DDB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71E8DA6-316E-1EB8-4CC0-F976CA740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F7D36-4C96-4C61-8D7E-42196948DD22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73BE720-E4CC-BE1F-AB7E-3B5AF12A9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F4B53A1-7130-CE24-22EF-394C73363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9D3AF-C160-4ADD-BB60-E089558B78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4981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A4F4A1-29A7-90D5-F8CA-6C2EDDB7C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8F615D1-7221-3D1A-44A4-6C56F124BA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1F3A053-2DE4-4508-90B1-B1A6CEA59E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38C3D89-EE84-F910-2F81-A4A77C6E9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F7D36-4C96-4C61-8D7E-42196948DD22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F4D47E2-AF09-D0D6-35A7-512A0961D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D3B1133-052D-92BE-2F47-4BB9243F4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9D3AF-C160-4ADD-BB60-E089558B78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738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CC1740-0531-8906-5B1A-00AF98601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8AE1771-7A0B-E891-02FA-907D55A651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1DD8F25-B568-1AA0-B5E8-AD6E7EBA09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1B233EC-77B4-933B-210A-D8E801DE55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0F4ACE1-B6E0-9464-30FF-757CFD78D1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223090C-4DB9-44A0-2EEA-98F110442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F7D36-4C96-4C61-8D7E-42196948DD22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F18FFA5-2B97-E9FE-7055-C0DB6291B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A2729CA-0802-C435-1778-E0B50E093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9D3AF-C160-4ADD-BB60-E089558B78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8791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0250B7-E855-7DA9-9BCA-57BE489AA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BC7A1B5-03EE-847D-6FF8-0836AC200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F7D36-4C96-4C61-8D7E-42196948DD22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7019FCB-E89C-9A4C-1D19-953E547A6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F827F05-FACE-034C-8D92-F62A4582E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9D3AF-C160-4ADD-BB60-E089558B78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8255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76590E9-AAF0-E9F3-D702-FBD63E258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F7D36-4C96-4C61-8D7E-42196948DD22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DEE2A04-D288-A463-DBEA-B9387F227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9CE8EBE-9103-8589-804D-6EB4AE09D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9D3AF-C160-4ADD-BB60-E089558B78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8409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5C9746-61F1-179B-3D74-E1B33257F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E7EC671-96A3-78D3-4FB8-69924317A5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E308428-45A2-6A0D-5F26-A516EA18F3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5B5F96E-414E-C335-AC90-D3ED71D70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F7D36-4C96-4C61-8D7E-42196948DD22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53DD0FB-F8B6-0AC1-B069-FAF33BC84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3F8CC6F-4A58-1698-136A-CD7406116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9D3AF-C160-4ADD-BB60-E089558B78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9770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D09ED4-335D-FE00-2665-62A006437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1BA7AA4-6F4D-8376-B71B-98AD747C83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615DAFE-DA99-2C94-862B-B1EC55185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E9EB7E2-8B18-BCB4-967E-7061A93F5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F7D36-4C96-4C61-8D7E-42196948DD22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53BC0CC-1703-2C3C-19B0-51A0D3CF8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A46FAE8-4499-67A2-585E-1066A4BE7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9D3AF-C160-4ADD-BB60-E089558B78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2147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C73105-03A5-B6F9-B333-39CA6DF89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85D71BE-3138-1DC1-7B86-BAEC9EE1F4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494EB68-868A-8C31-2FDE-3D74382C6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F7D36-4C96-4C61-8D7E-42196948DD22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D9E3915-A79A-E3C4-64F8-7E2326380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2009FF-C288-475A-BF52-CBD5E223F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9D3AF-C160-4ADD-BB60-E089558B78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3685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0B678EF-8C8C-46CA-30C1-D78D9DBA65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06781C0-49E2-6418-26C6-7D9E9CA341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07DFCA8-57BD-B198-0219-A890155CB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F7D36-4C96-4C61-8D7E-42196948DD22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9230E17-47AA-BB03-9D52-7B382BCEB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FC894E-4E9F-CC46-AE4D-ED049EFA1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9D3AF-C160-4ADD-BB60-E089558B78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8857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9E6846F-E703-3B6F-E617-0C1BB3877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471E76A-CB28-2362-0B60-03AC88D111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9344C16-E333-3037-F84B-81D4169DEF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6F7D36-4C96-4C61-8D7E-42196948DD22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734B41C-CB72-3382-072C-B8D857B213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4C58315-4007-66A5-E570-D7B939E39E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59D3AF-C160-4ADD-BB60-E089558B7851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E49AD46-AE35-78B6-ABD8-784DFB6A55A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34750" y="6642100"/>
            <a:ext cx="8286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10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 C</a:t>
            </a:r>
          </a:p>
        </p:txBody>
      </p:sp>
    </p:spTree>
    <p:extLst>
      <p:ext uri="{BB962C8B-B14F-4D97-AF65-F5344CB8AC3E}">
        <p14:creationId xmlns:p14="http://schemas.microsoft.com/office/powerpoint/2010/main" val="2062170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1ACA2EA0-FFD3-42EC-9406-B595015E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D5288BCE-665C-472A-8C43-664BCFA3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0BA3CDC-A035-88F0-6DF5-830139289770}"/>
              </a:ext>
            </a:extLst>
          </p:cNvPr>
          <p:cNvSpPr txBox="1"/>
          <p:nvPr/>
        </p:nvSpPr>
        <p:spPr>
          <a:xfrm>
            <a:off x="1804988" y="1442172"/>
            <a:ext cx="8582025" cy="2177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fr-FR" sz="6600" b="1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Examen Final</a:t>
            </a:r>
            <a:br>
              <a:rPr lang="fr-FR" sz="6600" b="1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fr-FR" sz="6600" b="1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(AED + MPE) </a:t>
            </a:r>
          </a:p>
        </p:txBody>
      </p:sp>
      <p:sp>
        <p:nvSpPr>
          <p:cNvPr id="30" name="Rectangle: Rounded Corners 14">
            <a:extLst>
              <a:ext uri="{FF2B5EF4-FFF2-40B4-BE49-F238E27FC236}">
                <a16:creationId xmlns:a16="http://schemas.microsoft.com/office/drawing/2014/main" id="{46C57131-53A7-4C1A-BEA8-25F06A06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pic>
        <p:nvPicPr>
          <p:cNvPr id="4" name="Image 3" descr="Une image contenant Graphique, Police, Bleu électrique, graphisme&#10;&#10;Le contenu généré par l’IA peut être incorrect.">
            <a:extLst>
              <a:ext uri="{FF2B5EF4-FFF2-40B4-BE49-F238E27FC236}">
                <a16:creationId xmlns:a16="http://schemas.microsoft.com/office/drawing/2014/main" id="{B983C26E-1BE5-C9F6-D39B-881DA87B9B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635" y="123382"/>
            <a:ext cx="929721" cy="693480"/>
          </a:xfrm>
          <a:prstGeom prst="rect">
            <a:avLst/>
          </a:prstGeom>
        </p:spPr>
      </p:pic>
      <p:pic>
        <p:nvPicPr>
          <p:cNvPr id="6" name="Picture 2" descr="Logo de DataClass AI">
            <a:extLst>
              <a:ext uri="{FF2B5EF4-FFF2-40B4-BE49-F238E27FC236}">
                <a16:creationId xmlns:a16="http://schemas.microsoft.com/office/drawing/2014/main" id="{3DFA10CE-7FF4-7756-2E02-41B49A9EB0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644" y="45183"/>
            <a:ext cx="95250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9BC14493-C680-98FE-122F-78A86741E2B3}"/>
              </a:ext>
            </a:extLst>
          </p:cNvPr>
          <p:cNvSpPr txBox="1"/>
          <p:nvPr/>
        </p:nvSpPr>
        <p:spPr>
          <a:xfrm>
            <a:off x="124644" y="561022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noProof="0" dirty="0"/>
              <a:t>Auteur : Omar CORTY</a:t>
            </a:r>
            <a:br>
              <a:rPr lang="fr-FR" b="1" noProof="0" dirty="0"/>
            </a:br>
            <a:r>
              <a:rPr lang="fr-FR" b="1" noProof="0" dirty="0"/>
              <a:t>Spécialisation : Manager Gouvernance de données &amp; IA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0E7200A-89C6-FECE-F992-14FF8B647F95}"/>
              </a:ext>
            </a:extLst>
          </p:cNvPr>
          <p:cNvSpPr txBox="1"/>
          <p:nvPr/>
        </p:nvSpPr>
        <p:spPr>
          <a:xfrm>
            <a:off x="40645" y="6443485"/>
            <a:ext cx="13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12</a:t>
            </a:r>
            <a:r>
              <a:rPr lang="fr-FR" noProof="0" dirty="0"/>
              <a:t>/06/2026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0C02679-5DA2-5B2A-EC07-F538EED6C5D2}"/>
              </a:ext>
            </a:extLst>
          </p:cNvPr>
          <p:cNvSpPr txBox="1"/>
          <p:nvPr/>
        </p:nvSpPr>
        <p:spPr>
          <a:xfrm>
            <a:off x="5556039" y="647545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noProof="0" dirty="0"/>
              <a:t>1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0379C654-C8B9-98E2-FB92-A0A9DB855591}"/>
              </a:ext>
            </a:extLst>
          </p:cNvPr>
          <p:cNvSpPr txBox="1"/>
          <p:nvPr/>
        </p:nvSpPr>
        <p:spPr>
          <a:xfrm>
            <a:off x="8115707" y="5225998"/>
            <a:ext cx="51141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Master Gouvernance IM</a:t>
            </a:r>
            <a:endParaRPr lang="fr-FR" b="1" noProof="0" dirty="0"/>
          </a:p>
        </p:txBody>
      </p:sp>
    </p:spTree>
    <p:extLst>
      <p:ext uri="{BB962C8B-B14F-4D97-AF65-F5344CB8AC3E}">
        <p14:creationId xmlns:p14="http://schemas.microsoft.com/office/powerpoint/2010/main" val="379138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39C64-E0C2-4568-8ACA-FF809178A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01947235-9972-1CC5-F7D4-B220D26311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635" y="123382"/>
            <a:ext cx="929721" cy="693480"/>
          </a:xfrm>
          <a:prstGeom prst="rect">
            <a:avLst/>
          </a:prstGeom>
        </p:spPr>
      </p:pic>
      <p:pic>
        <p:nvPicPr>
          <p:cNvPr id="2050" name="Picture 2" descr="Logo de DataClass AI">
            <a:extLst>
              <a:ext uri="{FF2B5EF4-FFF2-40B4-BE49-F238E27FC236}">
                <a16:creationId xmlns:a16="http://schemas.microsoft.com/office/drawing/2014/main" id="{4F170FA4-D9B3-4DEE-9811-F4CF41475A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644" y="45183"/>
            <a:ext cx="95250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9E95028B-0CF6-5F1C-0171-2DBB1059F128}"/>
              </a:ext>
            </a:extLst>
          </p:cNvPr>
          <p:cNvSpPr txBox="1"/>
          <p:nvPr/>
        </p:nvSpPr>
        <p:spPr>
          <a:xfrm>
            <a:off x="5556039" y="6475452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2</a:t>
            </a:r>
            <a:endParaRPr lang="fr-FR" sz="1200" noProof="0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63EAF7E-7639-7763-447E-8667EB9D236E}"/>
              </a:ext>
            </a:extLst>
          </p:cNvPr>
          <p:cNvSpPr txBox="1"/>
          <p:nvPr/>
        </p:nvSpPr>
        <p:spPr>
          <a:xfrm>
            <a:off x="0" y="6581001"/>
            <a:ext cx="9444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12</a:t>
            </a:r>
            <a:r>
              <a:rPr lang="fr-FR" sz="1200" noProof="0" dirty="0"/>
              <a:t>/06/2026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1449A2C-4624-7A25-F443-3C0F4BA020E6}"/>
              </a:ext>
            </a:extLst>
          </p:cNvPr>
          <p:cNvSpPr txBox="1"/>
          <p:nvPr/>
        </p:nvSpPr>
        <p:spPr>
          <a:xfrm>
            <a:off x="3424009" y="194702"/>
            <a:ext cx="54999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noProof="0" dirty="0"/>
              <a:t>🧠 Ex</a:t>
            </a:r>
            <a:r>
              <a:rPr lang="fr-FR" sz="2400" b="1" dirty="0"/>
              <a:t>amen Final – Master (AED +MPE) </a:t>
            </a:r>
            <a:endParaRPr lang="fr-FR" sz="2400" b="1" noProof="0" dirty="0"/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77478B55-4035-AC74-E961-3E14D287D3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7441439"/>
              </p:ext>
            </p:extLst>
          </p:nvPr>
        </p:nvGraphicFramePr>
        <p:xfrm>
          <a:off x="202716" y="1061374"/>
          <a:ext cx="5888959" cy="40919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888959">
                  <a:extLst>
                    <a:ext uri="{9D8B030D-6E8A-4147-A177-3AD203B41FA5}">
                      <a16:colId xmlns:a16="http://schemas.microsoft.com/office/drawing/2014/main" val="20018317"/>
                    </a:ext>
                  </a:extLst>
                </a:gridCol>
              </a:tblGrid>
              <a:tr h="3519957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fr-FR" sz="1200" b="1" kern="12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Titre du sujet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fr-FR" sz="1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Prévoir la demande touristique future au niveau </a:t>
                      </a:r>
                      <a:r>
                        <a:rPr lang="fr-FR" sz="12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pays</a:t>
                      </a: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et recommander les meilleures destinations à promouvoir par pays.</a:t>
                      </a:r>
                      <a:b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b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Certaines destinations avec forte attractivité enregistrent un volume </a:t>
                      </a:r>
                      <a:r>
                        <a:rPr lang="fr-FR" sz="12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 visiteurs faible</a:t>
                      </a: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fr-FR" sz="1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fr-FR" sz="1200" b="1" kern="12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Contexte métier : </a:t>
                      </a:r>
                      <a:endParaRPr lang="fr-FR" sz="1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Une plateforme de voyage veut savoir, pour le prochain mois / prochain trimestre, dans quels pays la demande touristique va monter, puis quelles destinations mettre en avant dans chaque pays.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b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Les données proviennent de plusieurs sources hétérogènes déjà fournies :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01_destinations_brut.csv 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02_signaux_marche.xlsx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03_reviews_reseaux.json 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04_facteurs_externes.csv 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05_cible_recommandation.csv 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06_campaign_history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 images de synthèse par pays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6201949"/>
                  </a:ext>
                </a:extLst>
              </a:tr>
            </a:tbl>
          </a:graphicData>
        </a:graphic>
      </p:graphicFrame>
      <p:sp>
        <p:nvSpPr>
          <p:cNvPr id="11" name="ZoneTexte 10">
            <a:extLst>
              <a:ext uri="{FF2B5EF4-FFF2-40B4-BE49-F238E27FC236}">
                <a16:creationId xmlns:a16="http://schemas.microsoft.com/office/drawing/2014/main" id="{464FDB9E-D921-9235-204A-60D6F8C3554B}"/>
              </a:ext>
            </a:extLst>
          </p:cNvPr>
          <p:cNvSpPr txBox="1"/>
          <p:nvPr/>
        </p:nvSpPr>
        <p:spPr>
          <a:xfrm>
            <a:off x="7567127" y="14835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779CB384-164D-D1E2-98FE-47E20DD154BA}"/>
              </a:ext>
            </a:extLst>
          </p:cNvPr>
          <p:cNvCxnSpPr>
            <a:cxnSpLocks/>
          </p:cNvCxnSpPr>
          <p:nvPr/>
        </p:nvCxnSpPr>
        <p:spPr>
          <a:xfrm flipH="1">
            <a:off x="6091675" y="1214329"/>
            <a:ext cx="8650" cy="52611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593025FD-18E1-655E-6EE8-597076C455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067628"/>
              </p:ext>
            </p:extLst>
          </p:nvPr>
        </p:nvGraphicFramePr>
        <p:xfrm>
          <a:off x="137243" y="5156061"/>
          <a:ext cx="5685216" cy="14249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685216">
                  <a:extLst>
                    <a:ext uri="{9D8B030D-6E8A-4147-A177-3AD203B41FA5}">
                      <a16:colId xmlns:a16="http://schemas.microsoft.com/office/drawing/2014/main" val="2758907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fr-FR" sz="1200" b="1" kern="12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Problème métier reformulé :</a:t>
                      </a:r>
                      <a:b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</a:br>
                      <a:endParaRPr lang="fr-FR" sz="1200" b="0" kern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  <a:t>L’objectif n’est plus seulement de dire “quelles sont les meilleures destinations aujourd’hui”, mais de répondre à deux questions :</a:t>
                      </a:r>
                      <a:b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</a:br>
                      <a:endParaRPr lang="fr-FR" sz="1200" b="0" kern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  <a:t>Quel pays va avoir une hausse ou baisse de demande touristique dans le futur ?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  <a:t>Dans ce pays, quelles destinations faut-il pousser commercialement ?</a:t>
                      </a:r>
                      <a:endParaRPr lang="fr-FR" sz="1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8950540"/>
                  </a:ext>
                </a:extLst>
              </a:tr>
            </a:tbl>
          </a:graphicData>
        </a:graphic>
      </p:graphicFrame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8B4CA9A0-4617-0481-5384-0BECC898D5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4912892"/>
              </p:ext>
            </p:extLst>
          </p:nvPr>
        </p:nvGraphicFramePr>
        <p:xfrm>
          <a:off x="6295418" y="1214329"/>
          <a:ext cx="5892908" cy="27584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892908">
                  <a:extLst>
                    <a:ext uri="{9D8B030D-6E8A-4147-A177-3AD203B41FA5}">
                      <a16:colId xmlns:a16="http://schemas.microsoft.com/office/drawing/2014/main" val="36617675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fr-FR" sz="1200" b="1" kern="12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ÉNONCÉ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fr-FR" sz="1200" b="1" kern="12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  <a:t>Vous travaillez comme Data </a:t>
                      </a:r>
                      <a:r>
                        <a:rPr lang="fr-FR" sz="1200" b="0" kern="1200" dirty="0" err="1">
                          <a:solidFill>
                            <a:schemeClr val="tx1"/>
                          </a:solidFill>
                          <a:effectLst/>
                        </a:rPr>
                        <a:t>Analyst</a:t>
                      </a: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  <a:t> / Data </a:t>
                      </a:r>
                      <a:r>
                        <a:rPr lang="fr-FR" sz="1200" b="0" kern="1200" dirty="0" err="1">
                          <a:solidFill>
                            <a:schemeClr val="tx1"/>
                          </a:solidFill>
                          <a:effectLst/>
                        </a:rPr>
                        <a:t>Scientist</a:t>
                      </a: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  <a:t> pour une plateforme de voyage.</a:t>
                      </a:r>
                      <a:b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</a:br>
                      <a:b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  <a:t>L’entreprise souhaite anticiper la demande touristique future par pays et recommander les destinations à promouvoir pour le prochain mois.</a:t>
                      </a:r>
                      <a:b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</a:br>
                      <a:endParaRPr lang="fr-FR" sz="1200" b="0" kern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  <a:t>Les données proviennent de plusieurs sources hétérogènes :</a:t>
                      </a:r>
                      <a:b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</a:br>
                      <a:endParaRPr lang="fr-FR" sz="1200" b="0" kern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  <a:t>Données destinations,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  <a:t>Signaux marchés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  <a:t>Avis et réseaux sociaux,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  <a:t>Facteurs externes,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  <a:t>Contenus visuels marketing.</a:t>
                      </a:r>
                      <a:endParaRPr lang="fr-FR" sz="1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7825321"/>
                  </a:ext>
                </a:extLst>
              </a:tr>
            </a:tbl>
          </a:graphicData>
        </a:graphic>
      </p:graphicFrame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A2D592DD-F9AC-95F0-F71B-F594A7C9AC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209317"/>
              </p:ext>
            </p:extLst>
          </p:nvPr>
        </p:nvGraphicFramePr>
        <p:xfrm>
          <a:off x="6295418" y="4034484"/>
          <a:ext cx="4739078" cy="23774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739078">
                  <a:extLst>
                    <a:ext uri="{9D8B030D-6E8A-4147-A177-3AD203B41FA5}">
                      <a16:colId xmlns:a16="http://schemas.microsoft.com/office/drawing/2014/main" val="5717361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fr-FR" sz="1200" b="1" kern="12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Partie A : Compréhension du besoin métier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fr-FR" sz="1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Expliquez :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fr-FR" sz="1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 besoin métier principal,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 quel problème de modélisation prédictive s’agit-il et pourquoi. 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Quelles décisions ce travail peut aider à éclairer,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Quelles décisions ne doivent pas être automatisées.</a:t>
                      </a:r>
                      <a:b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fr-FR" sz="1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fontAlgn="t">
                        <a:lnSpc>
                          <a:spcPts val="15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fr-FR" sz="1200" b="1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Certains éléments du sujet peuvent induire en erreur s’ils sont interprétés sans analyse critique.</a:t>
                      </a:r>
                      <a:b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fr-FR" sz="1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38866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4284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E7166-F857-01CD-08D2-BA08DDBB9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2C57124E-3E7C-2953-9229-F500197378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635" y="123382"/>
            <a:ext cx="929721" cy="693480"/>
          </a:xfrm>
          <a:prstGeom prst="rect">
            <a:avLst/>
          </a:prstGeom>
        </p:spPr>
      </p:pic>
      <p:pic>
        <p:nvPicPr>
          <p:cNvPr id="2050" name="Picture 2" descr="Logo de DataClass AI">
            <a:extLst>
              <a:ext uri="{FF2B5EF4-FFF2-40B4-BE49-F238E27FC236}">
                <a16:creationId xmlns:a16="http://schemas.microsoft.com/office/drawing/2014/main" id="{518C1B9B-7394-0FB5-DEC6-6E312C5B87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644" y="45183"/>
            <a:ext cx="95250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3027A76A-FFDB-CEE5-FC42-E32DDDF619FB}"/>
              </a:ext>
            </a:extLst>
          </p:cNvPr>
          <p:cNvSpPr txBox="1"/>
          <p:nvPr/>
        </p:nvSpPr>
        <p:spPr>
          <a:xfrm>
            <a:off x="5556039" y="6475452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noProof="0" dirty="0"/>
              <a:t>3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417DD69-0C44-D6F0-A585-74989F462654}"/>
              </a:ext>
            </a:extLst>
          </p:cNvPr>
          <p:cNvSpPr txBox="1"/>
          <p:nvPr/>
        </p:nvSpPr>
        <p:spPr>
          <a:xfrm>
            <a:off x="0" y="6581001"/>
            <a:ext cx="9444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12</a:t>
            </a:r>
            <a:r>
              <a:rPr lang="fr-FR" sz="1200" noProof="0" dirty="0"/>
              <a:t>/06/2026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BA55DD6-B5EA-6DFA-13B8-50916DDB9787}"/>
              </a:ext>
            </a:extLst>
          </p:cNvPr>
          <p:cNvSpPr txBox="1"/>
          <p:nvPr/>
        </p:nvSpPr>
        <p:spPr>
          <a:xfrm>
            <a:off x="7567127" y="14835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115C6870-8729-79A6-0FF4-5071D2478E45}"/>
              </a:ext>
            </a:extLst>
          </p:cNvPr>
          <p:cNvCxnSpPr>
            <a:cxnSpLocks/>
          </p:cNvCxnSpPr>
          <p:nvPr/>
        </p:nvCxnSpPr>
        <p:spPr>
          <a:xfrm flipH="1">
            <a:off x="5680069" y="997683"/>
            <a:ext cx="8000" cy="53404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42B3258B-F137-20A3-3BE9-389C840583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9585567"/>
              </p:ext>
            </p:extLst>
          </p:nvPr>
        </p:nvGraphicFramePr>
        <p:xfrm>
          <a:off x="290240" y="1051560"/>
          <a:ext cx="5389829" cy="40919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389829">
                  <a:extLst>
                    <a:ext uri="{9D8B030D-6E8A-4147-A177-3AD203B41FA5}">
                      <a16:colId xmlns:a16="http://schemas.microsoft.com/office/drawing/2014/main" val="17890665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fr-FR" sz="1200" b="1" kern="12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Partie B  : AED sur les fichiers bruts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fr-FR" sz="1200" b="0" kern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  <a:t>Pour chaque source :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fr-FR" sz="1200" b="0" kern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  <a:t>Charger les données,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  <a:t>Afficher les dimensions,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  <a:t>Identifier les types de variables,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  <a:t>Détecter les valeurs manquantes,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  <a:t>Détecter les doublons,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  <a:t>Repérer les incohérences,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  <a:t>Analyser les distributions et les relations utiles.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§"/>
                      </a:pPr>
                      <a:endParaRPr lang="fr-FR" sz="1200" b="0" kern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fr-FR" sz="1200" b="1" u="sng" kern="12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Attention </a:t>
                      </a:r>
                      <a:r>
                        <a:rPr lang="fr-FR" sz="1200" b="1" kern="12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</a:p>
                    <a:p>
                      <a:pPr marL="0" indent="0" fontAlgn="t">
                        <a:lnSpc>
                          <a:spcPts val="15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  <a:t>Certaines sources contiennent volontairement : 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§"/>
                      </a:pPr>
                      <a:endParaRPr lang="fr-FR" sz="1200" b="0" kern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  <a:t>Des incohérences de granularité, 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  <a:t>Des champs contradictoires,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  <a:t>Des biais métiers 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  <a:t>Des informations inutiles ou trompeuses. </a:t>
                      </a:r>
                      <a:b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</a:br>
                      <a:b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</a:br>
                      <a:endParaRPr lang="fr-FR" sz="1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857792"/>
                  </a:ext>
                </a:extLst>
              </a:tr>
            </a:tbl>
          </a:graphicData>
        </a:graphic>
      </p:graphicFrame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F375DC2B-89D4-FEDD-E007-43E8821660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5998870"/>
              </p:ext>
            </p:extLst>
          </p:nvPr>
        </p:nvGraphicFramePr>
        <p:xfrm>
          <a:off x="298239" y="4921473"/>
          <a:ext cx="5257800" cy="16154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3089124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fr-FR" sz="1200" b="1" kern="12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Partie C : Nettoyage et fiabilisation</a:t>
                      </a:r>
                      <a:b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</a:br>
                      <a:endParaRPr lang="fr-FR" sz="1200" b="0" kern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  <a:t>Vous devez :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  <a:t>Harmoniser les libellés pays / destinations,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  <a:t>Corriger les formats incohérents,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  <a:t>Traiter les valeurs manquantes,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  <a:t>Gérer les doublons,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  <a:t>Justifier vos choix.</a:t>
                      </a:r>
                      <a:endParaRPr lang="fr-FR" sz="1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9318774"/>
                  </a:ext>
                </a:extLst>
              </a:tr>
            </a:tbl>
          </a:graphicData>
        </a:graphic>
      </p:graphicFrame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D95A5881-4821-C02F-F703-F51759B3C1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4414429"/>
              </p:ext>
            </p:extLst>
          </p:nvPr>
        </p:nvGraphicFramePr>
        <p:xfrm>
          <a:off x="5967980" y="1146810"/>
          <a:ext cx="5169655" cy="40919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169655">
                  <a:extLst>
                    <a:ext uri="{9D8B030D-6E8A-4147-A177-3AD203B41FA5}">
                      <a16:colId xmlns:a16="http://schemas.microsoft.com/office/drawing/2014/main" val="26263743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fr-FR" sz="1200" b="1" kern="12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Partie D : Construction d’une GOLD DATA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fr-FR" sz="1200" b="0" kern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indent="0" fontAlgn="t">
                        <a:lnSpc>
                          <a:spcPts val="15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  <a:t>Vous devez créer au minimum </a:t>
                      </a:r>
                      <a:r>
                        <a:rPr lang="fr-FR" sz="1200" b="1" kern="1200" dirty="0">
                          <a:solidFill>
                            <a:schemeClr val="tx1"/>
                          </a:solidFill>
                          <a:effectLst/>
                        </a:rPr>
                        <a:t>5 variables dérivées </a:t>
                      </a: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  <a:t>, et justifiées 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endParaRPr lang="fr-FR" sz="1200" b="0" kern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indent="0" fontAlgn="t">
                        <a:lnSpc>
                          <a:spcPts val="15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  <a:t>comme par exemple : 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endParaRPr lang="fr-FR" sz="1200" b="0" kern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  <a:t>Score combiné attractivité / coût.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  <a:t>Evolution de la demande.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endParaRPr lang="fr-FR" sz="1200" b="0" kern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fr-FR" sz="1200" b="1" kern="12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Partie E : Dictionnaire de données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fr-FR" sz="1200" b="0" kern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  <a:t>Documenter au moins 12 variables avec :</a:t>
                      </a:r>
                      <a:b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</a:br>
                      <a:endParaRPr lang="fr-FR" sz="1200" b="0" kern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  <a:t>Nom technique,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  <a:t>Définition métier,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  <a:t>Type,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  <a:t>Unité,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  <a:t>Source,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  <a:t>Règle qualité,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  <a:t>Data </a:t>
                      </a:r>
                      <a:r>
                        <a:rPr lang="fr-FR" sz="1200" b="0" kern="1200" dirty="0" err="1">
                          <a:solidFill>
                            <a:schemeClr val="tx1"/>
                          </a:solidFill>
                          <a:effectLst/>
                        </a:rPr>
                        <a:t>owner</a:t>
                      </a: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  <a:t>,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  <a:t>Vigilance.</a:t>
                      </a:r>
                      <a:endParaRPr lang="fr-FR" sz="1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9684591"/>
                  </a:ext>
                </a:extLst>
              </a:tr>
            </a:tbl>
          </a:graphicData>
        </a:graphic>
      </p:graphicFrame>
      <p:sp>
        <p:nvSpPr>
          <p:cNvPr id="15" name="ZoneTexte 14">
            <a:extLst>
              <a:ext uri="{FF2B5EF4-FFF2-40B4-BE49-F238E27FC236}">
                <a16:creationId xmlns:a16="http://schemas.microsoft.com/office/drawing/2014/main" id="{D59B8D4E-292E-0CAB-CD56-1CA653253E72}"/>
              </a:ext>
            </a:extLst>
          </p:cNvPr>
          <p:cNvSpPr txBox="1"/>
          <p:nvPr/>
        </p:nvSpPr>
        <p:spPr>
          <a:xfrm>
            <a:off x="3424009" y="194702"/>
            <a:ext cx="54999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noProof="0" dirty="0"/>
              <a:t>🧠 Ex</a:t>
            </a:r>
            <a:r>
              <a:rPr lang="fr-FR" sz="2400" b="1" dirty="0"/>
              <a:t>amen Final – Master (AED +MPE) </a:t>
            </a:r>
            <a:endParaRPr lang="fr-FR" sz="2400" b="1" noProof="0" dirty="0"/>
          </a:p>
        </p:txBody>
      </p:sp>
    </p:spTree>
    <p:extLst>
      <p:ext uri="{BB962C8B-B14F-4D97-AF65-F5344CB8AC3E}">
        <p14:creationId xmlns:p14="http://schemas.microsoft.com/office/powerpoint/2010/main" val="3326608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73866-02B2-0B58-FE2C-FC88BCDFA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58AA0DE9-A927-4E16-BCAF-EC2DD66E00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635" y="123382"/>
            <a:ext cx="929721" cy="693480"/>
          </a:xfrm>
          <a:prstGeom prst="rect">
            <a:avLst/>
          </a:prstGeom>
        </p:spPr>
      </p:pic>
      <p:pic>
        <p:nvPicPr>
          <p:cNvPr id="2050" name="Picture 2" descr="Logo de DataClass AI">
            <a:extLst>
              <a:ext uri="{FF2B5EF4-FFF2-40B4-BE49-F238E27FC236}">
                <a16:creationId xmlns:a16="http://schemas.microsoft.com/office/drawing/2014/main" id="{32F1E436-2B1D-14E0-AE25-4A3C5368D5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644" y="45183"/>
            <a:ext cx="95250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65E3E9DB-2AE2-8D06-A996-7DE66AF2CC73}"/>
              </a:ext>
            </a:extLst>
          </p:cNvPr>
          <p:cNvSpPr txBox="1"/>
          <p:nvPr/>
        </p:nvSpPr>
        <p:spPr>
          <a:xfrm>
            <a:off x="5556039" y="6475452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noProof="0" dirty="0"/>
              <a:t>4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ED44E92-A1E8-5C83-F1C2-BCAB68D48D27}"/>
              </a:ext>
            </a:extLst>
          </p:cNvPr>
          <p:cNvSpPr txBox="1"/>
          <p:nvPr/>
        </p:nvSpPr>
        <p:spPr>
          <a:xfrm>
            <a:off x="0" y="6581001"/>
            <a:ext cx="9444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12</a:t>
            </a:r>
            <a:r>
              <a:rPr lang="fr-FR" sz="1200" noProof="0" dirty="0"/>
              <a:t>/06/2026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F7C1755-525A-E912-41CF-B9E28285B226}"/>
              </a:ext>
            </a:extLst>
          </p:cNvPr>
          <p:cNvSpPr txBox="1"/>
          <p:nvPr/>
        </p:nvSpPr>
        <p:spPr>
          <a:xfrm>
            <a:off x="7567127" y="14835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45366552-5460-D845-5F3D-44D46339FE73}"/>
              </a:ext>
            </a:extLst>
          </p:cNvPr>
          <p:cNvCxnSpPr>
            <a:cxnSpLocks/>
          </p:cNvCxnSpPr>
          <p:nvPr/>
        </p:nvCxnSpPr>
        <p:spPr>
          <a:xfrm>
            <a:off x="5689249" y="997683"/>
            <a:ext cx="0" cy="54552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853244CB-6526-7C7D-CBF3-C1215A0E1C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3146504"/>
              </p:ext>
            </p:extLst>
          </p:nvPr>
        </p:nvGraphicFramePr>
        <p:xfrm>
          <a:off x="379226" y="1380172"/>
          <a:ext cx="4816151" cy="52197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816151">
                  <a:extLst>
                    <a:ext uri="{9D8B030D-6E8A-4147-A177-3AD203B41FA5}">
                      <a16:colId xmlns:a16="http://schemas.microsoft.com/office/drawing/2014/main" val="19312128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fr-FR" sz="1200" b="1" kern="12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Partie F  : Choix du modèle IA et Entrainement. 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fr-FR" sz="1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À partir des </a:t>
                      </a:r>
                      <a:r>
                        <a:rPr lang="fr-FR" sz="12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données temporelles </a:t>
                      </a: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disponibles :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fr-FR" sz="1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Identifier la variable à prévoir,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Expliquer de quel type de modèle IA s’agit t-il. 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Repérer les composantes obligatoires du Modèle IA. 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Construire un </a:t>
                      </a:r>
                      <a:r>
                        <a:rPr lang="fr-FR" sz="12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split temporel,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Définir deux </a:t>
                      </a:r>
                      <a:r>
                        <a:rPr lang="fr-FR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Baselines</a:t>
                      </a: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 et B 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Entraîner au moins 2 approches. 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Comparer les performances.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endParaRPr lang="fr-FR" sz="1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fr-FR" sz="1200" b="1" kern="12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Partie G : Recommandation métier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fr-FR" sz="1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À partir :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endParaRPr lang="fr-FR" sz="1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 la prévision future par pays,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 l’attractivité / qualité / coût / image des destinations,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Recommandez les destinations à promouvoir en priorité.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endParaRPr lang="fr-FR" sz="12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fontAlgn="t">
                        <a:lnSpc>
                          <a:spcPts val="15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fr-FR" sz="12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Contraintes Business :</a:t>
                      </a:r>
                      <a:b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fr-FR" sz="1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Budget Marketing limité 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Maximum 5 destinations par pays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Eviter les destinations avec météo défavorable.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861408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0097591"/>
                  </a:ext>
                </a:extLst>
              </a:tr>
            </a:tbl>
          </a:graphicData>
        </a:graphic>
      </p:graphicFrame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9FB523D3-4275-93D1-EB06-FF821B54C9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5017969"/>
              </p:ext>
            </p:extLst>
          </p:nvPr>
        </p:nvGraphicFramePr>
        <p:xfrm>
          <a:off x="6106205" y="1240213"/>
          <a:ext cx="5499967" cy="31394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499967">
                  <a:extLst>
                    <a:ext uri="{9D8B030D-6E8A-4147-A177-3AD203B41FA5}">
                      <a16:colId xmlns:a16="http://schemas.microsoft.com/office/drawing/2014/main" val="33277942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lnSpc>
                          <a:spcPts val="1500"/>
                        </a:lnSpc>
                        <a:buNone/>
                      </a:pPr>
                      <a:r>
                        <a:rPr lang="fr-FR" sz="1200" b="1" kern="12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Partie H : Tableau de bord</a:t>
                      </a:r>
                    </a:p>
                    <a:p>
                      <a:pPr marL="0" algn="l" defTabSz="914400" rtl="0" eaLnBrk="1" fontAlgn="t" latinLnBrk="0" hangingPunct="1">
                        <a:lnSpc>
                          <a:spcPts val="1500"/>
                        </a:lnSpc>
                        <a:buNone/>
                      </a:pPr>
                      <a:endParaRPr lang="fr-FR" sz="1200" b="0" kern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algn="l" defTabSz="914400" rtl="0" eaLnBrk="1" fontAlgn="t" latinLnBrk="0" hangingPunct="1">
                        <a:lnSpc>
                          <a:spcPts val="1500"/>
                        </a:lnSpc>
                        <a:buNone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  <a:t>Proposer un Dashboard avec 4 vues minimum :</a:t>
                      </a:r>
                    </a:p>
                    <a:p>
                      <a:pPr marL="0" algn="l" defTabSz="914400" rtl="0" eaLnBrk="1" fontAlgn="t" latinLnBrk="0" hangingPunct="1">
                        <a:lnSpc>
                          <a:spcPts val="1500"/>
                        </a:lnSpc>
                        <a:buNone/>
                      </a:pPr>
                      <a:endParaRPr lang="fr-FR" sz="1200" b="0" kern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171450" indent="-171450" algn="l" defTabSz="914400" rtl="0" eaLnBrk="1" fontAlgn="t" latinLnBrk="0" hangingPunct="1">
                        <a:lnSpc>
                          <a:spcPts val="1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  <a:t>Vue </a:t>
                      </a:r>
                      <a:r>
                        <a:rPr lang="fr-FR" sz="1200" b="0" kern="1200" dirty="0" err="1">
                          <a:solidFill>
                            <a:schemeClr val="tx1"/>
                          </a:solidFill>
                          <a:effectLst/>
                        </a:rPr>
                        <a:t>Executive</a:t>
                      </a: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  <a:t>,</a:t>
                      </a:r>
                    </a:p>
                    <a:p>
                      <a:pPr marL="171450" indent="-171450" algn="l" defTabSz="914400" rtl="0" eaLnBrk="1" fontAlgn="t" latinLnBrk="0" hangingPunct="1">
                        <a:lnSpc>
                          <a:spcPts val="1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  <a:t>Vue Data </a:t>
                      </a:r>
                      <a:r>
                        <a:rPr lang="fr-FR" sz="1200" b="0" kern="1200" dirty="0" err="1">
                          <a:solidFill>
                            <a:schemeClr val="tx1"/>
                          </a:solidFill>
                          <a:effectLst/>
                        </a:rPr>
                        <a:t>Quality</a:t>
                      </a: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  <a:t>,</a:t>
                      </a:r>
                    </a:p>
                    <a:p>
                      <a:pPr marL="171450" indent="-171450" algn="l" defTabSz="914400" rtl="0" eaLnBrk="1" fontAlgn="t" latinLnBrk="0" hangingPunct="1">
                        <a:lnSpc>
                          <a:spcPts val="1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  <a:t>Vue </a:t>
                      </a:r>
                      <a:r>
                        <a:rPr lang="fr-FR" sz="1200" b="0" kern="1200" dirty="0" err="1">
                          <a:solidFill>
                            <a:schemeClr val="tx1"/>
                          </a:solidFill>
                          <a:effectLst/>
                        </a:rPr>
                        <a:t>Forecast</a:t>
                      </a: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  <a:t>,</a:t>
                      </a:r>
                    </a:p>
                    <a:p>
                      <a:pPr marL="171450" indent="-171450" algn="l" defTabSz="914400" rtl="0" eaLnBrk="1" fontAlgn="t" latinLnBrk="0" hangingPunct="1">
                        <a:lnSpc>
                          <a:spcPts val="1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  <a:t>Vue Recommandation business.</a:t>
                      </a:r>
                    </a:p>
                    <a:p>
                      <a:pPr marL="171450" indent="-171450" algn="l" defTabSz="914400" rtl="0" eaLnBrk="1" fontAlgn="t" latinLnBrk="0" hangingPunct="1">
                        <a:lnSpc>
                          <a:spcPts val="1500"/>
                        </a:lnSpc>
                        <a:buFont typeface="Wingdings" panose="05000000000000000000" pitchFamily="2" charset="2"/>
                        <a:buChar char="§"/>
                      </a:pPr>
                      <a:endParaRPr lang="fr-FR" sz="1200" b="0" kern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indent="0" algn="l" defTabSz="914400" rtl="0" eaLnBrk="1" fontAlgn="t" latinLnBrk="0" hangingPunct="1">
                        <a:lnSpc>
                          <a:spcPts val="15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fr-FR" sz="1200" b="1" kern="1200" dirty="0">
                          <a:solidFill>
                            <a:srgbClr val="FF0000"/>
                          </a:solidFill>
                          <a:effectLst/>
                        </a:rPr>
                        <a:t>Question ultime : expliquez pourquoi une approche uniquement basée sur l’IA générative serait INSUFFISANTE dans ce cas.</a:t>
                      </a:r>
                      <a:br>
                        <a:rPr lang="fr-FR" sz="1200" b="1" kern="1200" dirty="0">
                          <a:solidFill>
                            <a:srgbClr val="FF0000"/>
                          </a:solidFill>
                          <a:effectLst/>
                        </a:rPr>
                      </a:br>
                      <a:br>
                        <a:rPr lang="fr-FR" sz="1200" b="1" kern="1200" dirty="0">
                          <a:solidFill>
                            <a:srgbClr val="FF0000"/>
                          </a:solidFill>
                          <a:effectLst/>
                        </a:rPr>
                      </a:br>
                      <a:endParaRPr lang="fr-FR" sz="1200" b="1" kern="1200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marL="0" indent="0" algn="l" defTabSz="914400" rtl="0" eaLnBrk="1" fontAlgn="t" latinLnBrk="0" hangingPunct="1">
                        <a:lnSpc>
                          <a:spcPts val="1500"/>
                        </a:lnSpc>
                        <a:buFont typeface="Wingdings" panose="05000000000000000000" pitchFamily="2" charset="2"/>
                        <a:buNone/>
                      </a:pPr>
                      <a:endParaRPr lang="fr-FR" sz="1200" b="1" kern="1200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marL="0" indent="0" algn="l" defTabSz="914400" rtl="0" eaLnBrk="1" fontAlgn="t" latinLnBrk="0" hangingPunct="1">
                        <a:lnSpc>
                          <a:spcPts val="1500"/>
                        </a:lnSpc>
                        <a:buFont typeface="Wingdings" panose="05000000000000000000" pitchFamily="2" charset="2"/>
                        <a:buNone/>
                      </a:pPr>
                      <a:br>
                        <a:rPr lang="fr-FR" sz="1200" b="1" kern="1200" dirty="0">
                          <a:solidFill>
                            <a:srgbClr val="FF0000"/>
                          </a:solidFill>
                          <a:effectLst/>
                        </a:rPr>
                      </a:br>
                      <a:endParaRPr lang="fr-FR" sz="1200" b="1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5575737"/>
                  </a:ext>
                </a:extLst>
              </a:tr>
            </a:tbl>
          </a:graphicData>
        </a:graphic>
      </p:graphicFrame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2CA9518E-DC86-E781-E6F2-3C4FE994C5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2591736"/>
              </p:ext>
            </p:extLst>
          </p:nvPr>
        </p:nvGraphicFramePr>
        <p:xfrm>
          <a:off x="6106205" y="3936629"/>
          <a:ext cx="4876800" cy="27584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876800">
                  <a:extLst>
                    <a:ext uri="{9D8B030D-6E8A-4147-A177-3AD203B41FA5}">
                      <a16:colId xmlns:a16="http://schemas.microsoft.com/office/drawing/2014/main" val="9243490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 defTabSz="914400" rtl="0" eaLnBrk="1" fontAlgn="t" latinLnBrk="0" hangingPunct="1">
                        <a:lnSpc>
                          <a:spcPts val="15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  <a:t>✅ Barème simplifié – Examen final. </a:t>
                      </a:r>
                    </a:p>
                    <a:p>
                      <a:pPr marL="0" indent="0" algn="l" defTabSz="914400" rtl="0" eaLnBrk="1" fontAlgn="t" latinLnBrk="0" hangingPunct="1">
                        <a:lnSpc>
                          <a:spcPts val="1500"/>
                        </a:lnSpc>
                        <a:buFont typeface="Wingdings" panose="05000000000000000000" pitchFamily="2" charset="2"/>
                        <a:buNone/>
                      </a:pPr>
                      <a:endParaRPr lang="fr-FR" sz="1200" b="0" kern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171450" indent="-171450" algn="l" defTabSz="914400" rtl="0" eaLnBrk="1" fontAlgn="t" latinLnBrk="0" hangingPunct="1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  <a:t>Compréhension du besoin métier → 10 %</a:t>
                      </a:r>
                    </a:p>
                    <a:p>
                      <a:pPr marL="171450" indent="-171450" algn="l" defTabSz="914400" rtl="0" eaLnBrk="1" fontAlgn="t" latinLnBrk="0" hangingPunct="1">
                        <a:lnSpc>
                          <a:spcPts val="1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  <a:t>AED (analyse exploratoire des données) → 15 %</a:t>
                      </a:r>
                    </a:p>
                    <a:p>
                      <a:pPr marL="171450" indent="-171450" algn="l" defTabSz="914400" rtl="0" eaLnBrk="1" fontAlgn="t" latinLnBrk="0" hangingPunct="1">
                        <a:lnSpc>
                          <a:spcPts val="1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  <a:t>Nettoyage &amp; fiabilisation → 15 %</a:t>
                      </a:r>
                    </a:p>
                    <a:p>
                      <a:pPr marL="171450" indent="-171450" algn="l" defTabSz="914400" rtl="0" eaLnBrk="1" fontAlgn="t" latinLnBrk="0" hangingPunct="1">
                        <a:lnSpc>
                          <a:spcPts val="1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  <a:t>Construction de la GOLD DATA → 10 %</a:t>
                      </a:r>
                    </a:p>
                    <a:p>
                      <a:pPr marL="171450" indent="-171450" algn="l" defTabSz="914400" rtl="0" eaLnBrk="1" fontAlgn="t" latinLnBrk="0" hangingPunct="1">
                        <a:lnSpc>
                          <a:spcPts val="1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  <a:t>Dictionnaire de données → 10 %</a:t>
                      </a:r>
                    </a:p>
                    <a:p>
                      <a:pPr marL="171450" indent="-171450" algn="l" defTabSz="914400" rtl="0" eaLnBrk="1" fontAlgn="t" latinLnBrk="0" hangingPunct="1">
                        <a:lnSpc>
                          <a:spcPts val="1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  <a:t>Modèle IA (split + Baseline + modèles) → 20 %</a:t>
                      </a:r>
                    </a:p>
                    <a:p>
                      <a:pPr marL="171450" indent="-171450" algn="l" defTabSz="914400" rtl="0" eaLnBrk="1" fontAlgn="t" latinLnBrk="0" hangingPunct="1">
                        <a:lnSpc>
                          <a:spcPts val="1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  <a:t>Évaluation des modèles → 10 %</a:t>
                      </a:r>
                    </a:p>
                    <a:p>
                      <a:pPr marL="171450" indent="-171450" algn="l" defTabSz="914400" rtl="0" eaLnBrk="1" fontAlgn="t" latinLnBrk="0" hangingPunct="1">
                        <a:lnSpc>
                          <a:spcPts val="1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  <a:t>Dashboard (technologie qui vous convient le plus)→ 5 %</a:t>
                      </a:r>
                    </a:p>
                    <a:p>
                      <a:pPr marL="171450" indent="-171450" algn="l" defTabSz="914400" rtl="0" eaLnBrk="1" fontAlgn="t" latinLnBrk="0" hangingPunct="1">
                        <a:lnSpc>
                          <a:spcPts val="1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  <a:t>Rapport + Recommandation métier finale (PDF) → 5 %</a:t>
                      </a:r>
                      <a:b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</a:br>
                      <a:endParaRPr lang="fr-FR" sz="1200" b="0" kern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indent="0" algn="l" defTabSz="914400" rtl="0" eaLnBrk="1" fontAlgn="t" latinLnBrk="0" hangingPunct="1">
                        <a:lnSpc>
                          <a:spcPts val="15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fr-FR" sz="1200" b="1" kern="1200" dirty="0">
                          <a:solidFill>
                            <a:srgbClr val="FF0000"/>
                          </a:solidFill>
                          <a:effectLst/>
                        </a:rPr>
                        <a:t>Le code seul ne serait pas évalué sans interprétation métier</a:t>
                      </a:r>
                      <a:b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</a:br>
                      <a:endParaRPr lang="fr-FR" sz="1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215591"/>
                  </a:ext>
                </a:extLst>
              </a:tr>
            </a:tbl>
          </a:graphicData>
        </a:graphic>
      </p:graphicFrame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CEA883FE-4402-359F-832E-D9A60136470D}"/>
              </a:ext>
            </a:extLst>
          </p:cNvPr>
          <p:cNvCxnSpPr>
            <a:cxnSpLocks/>
          </p:cNvCxnSpPr>
          <p:nvPr/>
        </p:nvCxnSpPr>
        <p:spPr>
          <a:xfrm flipH="1">
            <a:off x="6096000" y="3725290"/>
            <a:ext cx="48768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ZoneTexte 18">
            <a:extLst>
              <a:ext uri="{FF2B5EF4-FFF2-40B4-BE49-F238E27FC236}">
                <a16:creationId xmlns:a16="http://schemas.microsoft.com/office/drawing/2014/main" id="{3AAE6CA4-5CD9-E351-52BA-0336CB37FA98}"/>
              </a:ext>
            </a:extLst>
          </p:cNvPr>
          <p:cNvSpPr txBox="1"/>
          <p:nvPr/>
        </p:nvSpPr>
        <p:spPr>
          <a:xfrm>
            <a:off x="3424009" y="194702"/>
            <a:ext cx="54999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noProof="0" dirty="0"/>
              <a:t>🧠 Ex</a:t>
            </a:r>
            <a:r>
              <a:rPr lang="fr-FR" sz="2400" b="1" dirty="0"/>
              <a:t>amen Final – Master (AED +MPE) </a:t>
            </a:r>
            <a:endParaRPr lang="fr-FR" sz="2400" b="1" noProof="0" dirty="0"/>
          </a:p>
        </p:txBody>
      </p:sp>
    </p:spTree>
    <p:extLst>
      <p:ext uri="{BB962C8B-B14F-4D97-AF65-F5344CB8AC3E}">
        <p14:creationId xmlns:p14="http://schemas.microsoft.com/office/powerpoint/2010/main" val="198939171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731A7AC-D2ED-4DDC-8A86-9483315C6997}">
  <we:reference id="wa200008583" version="1.0.0.1" store="en-US" storeType="OMEX"/>
  <we:alternateReferences>
    <we:reference id="WA200008583" version="1.0.0.1" store="" storeType="OMEX"/>
  </we:alternateReferences>
  <we:properties/>
  <we:bindings/>
  <we:snapshot xmlns:r="http://schemas.openxmlformats.org/officeDocument/2006/relationships"/>
</we:webextension>
</file>

<file path=docMetadata/LabelInfo.xml><?xml version="1.0" encoding="utf-8"?>
<clbl:labelList xmlns:clbl="http://schemas.microsoft.com/office/2020/mipLabelMetadata">
  <clbl:label id="{fd1c0902-ed92-4fed-896d-2e7725de02d4}" enabled="1" method="Standard" siteId="{d6b0bbee-7cd9-4d60-bce6-4a67b543e2a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9921</TotalTime>
  <Words>806</Words>
  <Application>Microsoft Office PowerPoint</Application>
  <PresentationFormat>Grand écran</PresentationFormat>
  <Paragraphs>148</Paragraphs>
  <Slides>4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CORTY Omar</dc:creator>
  <cp:lastModifiedBy>CORTY Omar</cp:lastModifiedBy>
  <cp:revision>4</cp:revision>
  <dcterms:created xsi:type="dcterms:W3CDTF">2025-10-09T14:00:55Z</dcterms:created>
  <dcterms:modified xsi:type="dcterms:W3CDTF">2026-06-12T08:23:32Z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Thème Office:8</vt:lpwstr>
  </property>
  <property fmtid="{D5CDD505-2E9C-101B-9397-08002B2CF9AE}" pid="3" name="ClassificationContentMarkingFooterText">
    <vt:lpwstr>Confidential C</vt:lpwstr>
  </property>
</Properties>
</file>